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Quantum Graph Convolutional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ECDC4"/>
                </a:solidFill>
              </a:defRPr>
            </a:pPr>
            <a:r>
              <a:t>A Theory-to-Implementation Guide for Power Grid Reliability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Problem Statement &amp; 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Goal: Predict grid instability early so operators can act before failure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Power grid = graph (substations are nodes, transmission lines are edges)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Failures spread through connections, not isolated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Why Classical Methods Struggle: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Need to model both node features and network topology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Long-range dependencies are hard to capture efficiently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High-dimensional state estimation is computationally expensive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QGCN Idea (Easy View):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Encode each node into qubits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Entangle neighboring nodes to share information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Read out one risk score per node and one global risk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Theoretical Framework: Quantum Encoding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Node Features (per bus): voltage, angle, active/reactive power, load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Normalize each feature to an angle: x -&gt; theta in [-pi, pi]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Single-qubit map: |psi(x)&gt; = RZ(theta) RX(theta/2) |0&gt;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Mathematical Intuition: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n qubits span a Hilbert space of size 2^n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This enables compact representation of complex feature interactions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Interference and phase capture non-linear correlations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Practical Meaning: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We are not replacing physics of the grid; we are using quantum states as a richer feature space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Better feature space -&gt; better failure boundary -&gt; earlier warning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VQC Theory: Message Passing by Entanglement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Per-node variational block (repeated L=3 layers):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For each qubit q: RX(theta_lq) then RZ(phi_lq)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Entanglement layer: CNOT(0-&gt;1), CNOT(1-&gt;2), CNOT(2-&gt;3), CNOT(3-&gt;0)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Trainable quantum parameters: 3 x 4 x 2 = 24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Graph Convolution Analogy: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Classical GCN aggregates neighbor vectors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QGCN aggregates neighbor quantum effects via entanglement + averaging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State update used in code: h_i' = 0.7 f_q(h_i) + 0.3 mean_j in N(i) f_q(h_j)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Readout Layer: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Measure expectation values -&gt; 4-dimensional node embedding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Linear + sigmoid gives failure probability in [0,1]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Total learnable parameters: 52 (24x2 from two quantum blocks + 4 weights + 1 bias)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Implementation Blueprint (Phase-by-Phase)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1 - Data Modeling (phase1_data_modeling.py)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Create IEEE 14-bus graph; generate X shape (N, 14, 5) and labels 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2 - Quantum Embedding (phase2_quantum_embedding.py)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Convert each node's 5 features into 4-qubit encoded representation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3 - Quantum Message Passing (phase3_quantum_layer.py)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Apply VQC + neighbor interaction to produce robust node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4 - Training (phase4_training.py)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Optimize binary cross-entropy: L = -[y log(p) + (1-y) log(1-p)]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Output: probability of instability for each scenario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How It Helps: Results in Easy Terms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Model Performance (IEEE 14-bus, 250 samples):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Accuracy 82.9%, Precision 79.4%, Recall 81.6%, F1 80.5%, AUC 0.847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Interpretation: catches most risky states while keeping false alarms manageable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Operational Value: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Early-warning signal for dispatch/control-room teams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Supports preventive actions: load balancing, rerouting, reserve activation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Can be integrated as a risk-scoring module in smart-grid software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Simple Mental Model: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Input: grid snapshot -&gt; Process: quantum graph reasoning -&gt; Output: risk probability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If probability is high, operator gets an actionable alert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Result: better reliability, lower outage risk, safer smart-city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