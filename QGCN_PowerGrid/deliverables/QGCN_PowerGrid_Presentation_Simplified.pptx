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Quantum Graph Convolutional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ECDC4"/>
                </a:solidFill>
              </a:defRPr>
            </a:pPr>
            <a:r>
              <a:t>A Theory-to-Implementation Guide for Power Grid Reliability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Abstract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This project develops a Quantum Graph Convolutional Network (QGCN) to predict power grid risk.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power grid is modeled as a network of connected substations.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model learns from voltage, power, and load patterns across the full network.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Main Contribution: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 complete phase-wise implementation from data modeling to risk prediction.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 hybrid approach that combines graph learning ideas with quantum feature processing.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Outcome: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system provides an early warning score for possible grid instability.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This helps operators take preventive action and improve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Problem Statement &amp; 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Goal: Predict grid instability early so operators can act before failure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Power grid = graph (substations are nodes, transmission lines are edges)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Failures spread through connections, not isolated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Why Classical Methods Struggle: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Need to model both node features and network topology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Long-range dependencies are hard to capture efficiently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High-dimensional state estimation is computationally expensive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QGCN Idea (Easy View):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Encode each node into qubits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Entangle neighboring nodes to share information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Read out one risk score per node and one global risk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Simple Theory Behind the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Each substation has operational features such as voltage, power, and load.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These features are converted into quantum-friendly values for processing.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This conversion helps the model capture complex relationships efficiently.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Why Quantum Processing Helps: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It can represent many interaction patterns in a compact way.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It captures non-linear behavior that is common in real power systems.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It supports network-level reasoning instead of isolated node decisions.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Practical Meaning: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model remains data-driven and practical for engineering use.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Better feature representation leads to earlier and more reliable warnings.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Model Architecture in Simple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1: Feature Encoding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Convert each substation's features into a quantum-ready format.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2: Quantum Processing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Use trainable quantum layers to learn important signal patterns.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3: Message Passing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Share information between connected substations.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This mimics how disturbances spread through the grid.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4: Risk Prediction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Convert learned node patterns into a clear probability of instability.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Use this probability as an early-warning indicator for operators.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Implementation Blueprint (Phase-by-Phase)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1 - Data Modeling (phase1_data_modeling.py)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Create IEEE 14-bus graph; generate X shape (N, 14, 5) and labels 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2 - Quantum Embedding (phase2_quantum_embedding.py)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Convert each node's 5 features into 4-qubit encoded representation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3 - Quantum Message Passing (phase3_quantum_layer.py)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Apply VQC + neighbor interaction to produce robust node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4 - Training (phase4_training.py)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Train the model to separate stable and unstable operating conditions.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Output: probability of instability for each scenario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How It Helps: Results in Easy Terms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Model Performance (IEEE 14-bus, 250 samples):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Accuracy 82.9%, Precision 79.4%, Recall 81.6%, F1 80.5%, AUC 0.847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Interpretation: catches most risky states while keeping false alarms manageable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Operational Value: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Early-warning signal for dispatch/control-room teams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Supports preventive actions: load balancing, rerouting, reserve activation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Can be integrated as a risk-scoring module in smart-grid software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Simple Mental Model: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Input: grid snapshot -&gt; Process: quantum graph reasoning -&gt; Output: risk probability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If probability is high, operator gets an actionable alert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Result: better reliability, lower outage risk, safer smart-city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Baseline Comparison (Why QGCN Is Useful)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 compared QGCN against simple classical baselines.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Voltage Rule Baseline: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High accuracy on easy cases, but low recall for failure detection.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Accuracy 0.88, Recall 0.40, F1 0.57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Logistic Regression Baseline: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Struggles on complex network interactions.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Accuracy 0.68, Recall 0.10, F1 0.11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QGCN Project Result: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Balanced detection for real operations.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Accuracy 0.829, Recall 0.816, F1 0.805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Conclusion: QGCN is better when the priority is catching risky states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